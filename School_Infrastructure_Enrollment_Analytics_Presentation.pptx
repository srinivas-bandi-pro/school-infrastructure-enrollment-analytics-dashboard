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School Infrastructure &amp; Enrollment 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Created By: BANDI SRINIVAS</a:t>
            </a:r>
          </a:p>
          <a:p>
            <a:pPr>
              <a:defRPr sz="2400"/>
            </a:pPr>
            <a:r>
              <a:t>Guide: ANAND KUMAR</a:t>
            </a:r>
          </a:p>
          <a:p>
            <a:pPr>
              <a:defRPr sz="2400"/>
            </a:pPr>
            <a:r>
              <a:t>Infinity Code Nexus</a:t>
            </a:r>
          </a:p>
          <a:p>
            <a:pPr>
              <a:defRPr sz="2400"/>
            </a:pPr>
            <a:r>
              <a:t>Submission: 13/06/2026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This Power BI project analyzes school infrastructure, student enrollment, teacher availability, and educational distribution to support better decision 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Educational departments need visibility into schools, students, teachers, and infrastructure. Manual reporting is difficult and time-consuming.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Dataset: Basic Details of Schools</a:t>
            </a:r>
          </a:p>
          <a:p>
            <a:pPr>
              <a:defRPr sz="2400"/>
            </a:pPr>
            <a:r>
              <a:t>Approx. Records: 500+</a:t>
            </a:r>
          </a:p>
          <a:p>
            <a:pPr>
              <a:defRPr sz="2400"/>
            </a:pPr>
            <a:r>
              <a:t>Columns: 44</a:t>
            </a:r>
          </a:p>
          <a:p>
            <a:pPr>
              <a:defRPr sz="2400"/>
            </a:pPr>
            <a:r>
              <a:t>Tools: Power BI Desktop, Power Query, DAX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KPIs:</a:t>
            </a:r>
          </a:p>
          <a:p>
            <a:pPr>
              <a:defRPr sz="2400"/>
            </a:pPr>
            <a:r>
              <a:t>- Total Schools: 500</a:t>
            </a:r>
          </a:p>
          <a:p>
            <a:pPr>
              <a:defRPr sz="2400"/>
            </a:pPr>
            <a:r>
              <a:t>- Total Students: 95K</a:t>
            </a:r>
          </a:p>
          <a:p>
            <a:pPr>
              <a:defRPr sz="2400"/>
            </a:pPr>
            <a:r>
              <a:t>- Total Teachers: 3K</a:t>
            </a:r>
          </a:p>
          <a:p>
            <a:pPr>
              <a:defRPr sz="2400"/>
            </a:pPr>
            <a:r>
              <a:t>- Total Classrooms: 3K</a:t>
            </a:r>
          </a:p>
          <a:p>
            <a:pPr>
              <a:defRPr sz="2400"/>
            </a:pPr>
            <a:r>
              <a:t>- Teacher-Student Ratio: 28.48</a:t>
            </a:r>
          </a:p>
          <a:p>
            <a:pPr>
              <a:defRPr sz="2400"/>
            </a:pPr>
            <a:r>
              <a:t>- Average Students per School: 189.36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School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Schools by State</a:t>
            </a:r>
          </a:p>
          <a:p>
            <a:pPr>
              <a:defRPr sz="2400"/>
            </a:pPr>
            <a:r>
              <a:t>Schools by District</a:t>
            </a:r>
          </a:p>
          <a:p>
            <a:pPr>
              <a:defRPr sz="2400"/>
            </a:pPr>
            <a:r>
              <a:t>Schools by Category</a:t>
            </a:r>
          </a:p>
          <a:p>
            <a:pPr>
              <a:defRPr sz="2400"/>
            </a:pPr>
            <a:r>
              <a:t>Management Type</a:t>
            </a:r>
          </a:p>
          <a:p>
            <a:pPr>
              <a:defRPr sz="2400"/>
            </a:pPr>
            <a:r>
              <a:t>Location 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Enrollment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Total Enrollment</a:t>
            </a:r>
          </a:p>
          <a:p>
            <a:pPr>
              <a:defRPr sz="2400"/>
            </a:pPr>
            <a:r>
              <a:t>Enrollment by Category</a:t>
            </a:r>
          </a:p>
          <a:p>
            <a:pPr>
              <a:defRPr sz="2400"/>
            </a:pPr>
            <a:r>
              <a:t>Enrollment by District</a:t>
            </a:r>
          </a:p>
          <a:p>
            <a:pPr>
              <a:defRPr sz="2400"/>
            </a:pPr>
            <a:r>
              <a:t>Enrollment by School Type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Teacher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Total Teachers</a:t>
            </a:r>
          </a:p>
          <a:p>
            <a:pPr>
              <a:defRPr sz="2400"/>
            </a:pPr>
            <a:r>
              <a:t>Teachers by District</a:t>
            </a:r>
          </a:p>
          <a:p>
            <a:pPr>
              <a:defRPr sz="2400"/>
            </a:pPr>
            <a:r>
              <a:t>Teacher-Student Ratio</a:t>
            </a:r>
          </a:p>
          <a:p>
            <a:pPr>
              <a:defRPr sz="2400"/>
            </a:pPr>
            <a:r>
              <a:t>School-wise Teacher Details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Classrooms by School</a:t>
            </a:r>
          </a:p>
          <a:p>
            <a:pPr>
              <a:defRPr sz="2400"/>
            </a:pPr>
            <a:r>
              <a:t>Pre-Primary Rooms</a:t>
            </a:r>
          </a:p>
          <a:p>
            <a:pPr>
              <a:defRPr sz="2400"/>
            </a:pPr>
            <a:r>
              <a:t>Other Rooms</a:t>
            </a:r>
          </a:p>
          <a:p>
            <a:pPr>
              <a:defRPr sz="2400"/>
            </a:pPr>
            <a:r>
              <a:t>Infrastructure Comparison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Key Findings:</a:t>
            </a:r>
          </a:p>
          <a:p>
            <a:pPr>
              <a:defRPr sz="2400"/>
            </a:pPr>
            <a:r>
              <a:t>Data-driven insights.</a:t>
            </a:r>
          </a:p>
          <a:p>
            <a:pPr>
              <a:defRPr sz="2400"/>
            </a:pPr>
            <a:r>
              <a:t>Supports better planning.</a:t>
            </a:r>
          </a:p>
          <a:p>
            <a:pPr>
              <a:defRPr sz="2400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